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1A396-772D-458D-9FB4-1D96BC463849}" v="3" dt="2026-09-10T08:28:47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SM" userId="0aed8c7a951543d2" providerId="LiveId" clId="{887869CE-9B2D-4ADF-9537-F291A7C01A1D}"/>
    <pc:docChg chg="custSel delSld modSld">
      <pc:chgData name="AKSHAY SM" userId="0aed8c7a951543d2" providerId="LiveId" clId="{887869CE-9B2D-4ADF-9537-F291A7C01A1D}" dt="2026-09-10T13:13:05.576" v="223" actId="1076"/>
      <pc:docMkLst>
        <pc:docMk/>
      </pc:docMkLst>
      <pc:sldChg chg="addSp delSp modSp mod">
        <pc:chgData name="AKSHAY SM" userId="0aed8c7a951543d2" providerId="LiveId" clId="{887869CE-9B2D-4ADF-9537-F291A7C01A1D}" dt="2026-09-10T13:10:58.566" v="222" actId="1076"/>
        <pc:sldMkLst>
          <pc:docMk/>
          <pc:sldMk cId="0" sldId="281"/>
        </pc:sldMkLst>
        <pc:spChg chg="mod">
          <ac:chgData name="AKSHAY SM" userId="0aed8c7a951543d2" providerId="LiveId" clId="{887869CE-9B2D-4ADF-9537-F291A7C01A1D}" dt="2026-09-10T13:10:58.566" v="222" actId="1076"/>
          <ac:spMkLst>
            <pc:docMk/>
            <pc:sldMk cId="0" sldId="281"/>
            <ac:spMk id="10" creationId="{5DBCE864-823D-4A13-9607-5DA1F0ED5FB8}"/>
          </ac:spMkLst>
        </pc:spChg>
        <pc:spChg chg="mod">
          <ac:chgData name="AKSHAY SM" userId="0aed8c7a951543d2" providerId="LiveId" clId="{887869CE-9B2D-4ADF-9537-F291A7C01A1D}" dt="2026-09-10T13:10:47.344" v="221" actId="1076"/>
          <ac:spMkLst>
            <pc:docMk/>
            <pc:sldMk cId="0" sldId="281"/>
            <ac:spMk id="15361" creationId="{00000000-0000-0000-0000-000000000000}"/>
          </ac:spMkLst>
        </pc:spChg>
        <pc:picChg chg="del">
          <ac:chgData name="AKSHAY SM" userId="0aed8c7a951543d2" providerId="LiveId" clId="{887869CE-9B2D-4ADF-9537-F291A7C01A1D}" dt="2026-09-10T12:37:51.934" v="148" actId="478"/>
          <ac:picMkLst>
            <pc:docMk/>
            <pc:sldMk cId="0" sldId="281"/>
            <ac:picMk id="3" creationId="{24D86184-80A5-CF52-2C1F-5618989CF857}"/>
          </ac:picMkLst>
        </pc:picChg>
        <pc:picChg chg="add del mod modCrop">
          <ac:chgData name="AKSHAY SM" userId="0aed8c7a951543d2" providerId="LiveId" clId="{887869CE-9B2D-4ADF-9537-F291A7C01A1D}" dt="2026-09-10T12:41:03.020" v="158" actId="478"/>
          <ac:picMkLst>
            <pc:docMk/>
            <pc:sldMk cId="0" sldId="281"/>
            <ac:picMk id="5" creationId="{0F7504AB-D6EB-F95C-C791-A210B6647BB2}"/>
          </ac:picMkLst>
        </pc:picChg>
        <pc:picChg chg="add del mod">
          <ac:chgData name="AKSHAY SM" userId="0aed8c7a951543d2" providerId="LiveId" clId="{887869CE-9B2D-4ADF-9537-F291A7C01A1D}" dt="2026-09-10T13:09:34.591" v="210" actId="478"/>
          <ac:picMkLst>
            <pc:docMk/>
            <pc:sldMk cId="0" sldId="281"/>
            <ac:picMk id="12" creationId="{3BCD8F32-B93D-8FF1-786A-2CFDD0603818}"/>
          </ac:picMkLst>
        </pc:picChg>
        <pc:picChg chg="add mod">
          <ac:chgData name="AKSHAY SM" userId="0aed8c7a951543d2" providerId="LiveId" clId="{887869CE-9B2D-4ADF-9537-F291A7C01A1D}" dt="2026-09-10T13:10:40.948" v="220" actId="1076"/>
          <ac:picMkLst>
            <pc:docMk/>
            <pc:sldMk cId="0" sldId="281"/>
            <ac:picMk id="14" creationId="{56034F2B-4DE2-BE4B-9470-255A4B572CE0}"/>
          </ac:picMkLst>
        </pc:picChg>
      </pc:sldChg>
      <pc:sldChg chg="addSp delSp modSp mod">
        <pc:chgData name="AKSHAY SM" userId="0aed8c7a951543d2" providerId="LiveId" clId="{887869CE-9B2D-4ADF-9537-F291A7C01A1D}" dt="2026-09-10T09:56:40.591" v="142" actId="1076"/>
        <pc:sldMkLst>
          <pc:docMk/>
          <pc:sldMk cId="0" sldId="290"/>
        </pc:sldMkLst>
        <pc:spChg chg="mod">
          <ac:chgData name="AKSHAY SM" userId="0aed8c7a951543d2" providerId="LiveId" clId="{887869CE-9B2D-4ADF-9537-F291A7C01A1D}" dt="2026-09-10T05:53:38.644" v="31" actId="14100"/>
          <ac:spMkLst>
            <pc:docMk/>
            <pc:sldMk cId="0" sldId="290"/>
            <ac:spMk id="11" creationId="{5DBCE864-823D-4A13-9607-5DA1F0ED5FB8}"/>
          </ac:spMkLst>
        </pc:spChg>
        <pc:spChg chg="mod">
          <ac:chgData name="AKSHAY SM" userId="0aed8c7a951543d2" providerId="LiveId" clId="{887869CE-9B2D-4ADF-9537-F291A7C01A1D}" dt="2026-09-10T09:56:40.591" v="142" actId="1076"/>
          <ac:spMkLst>
            <pc:docMk/>
            <pc:sldMk cId="0" sldId="290"/>
            <ac:spMk id="17409" creationId="{00000000-0000-0000-0000-000000000000}"/>
          </ac:spMkLst>
        </pc:spChg>
        <pc:spChg chg="del mod">
          <ac:chgData name="AKSHAY SM" userId="0aed8c7a951543d2" providerId="LiveId" clId="{887869CE-9B2D-4ADF-9537-F291A7C01A1D}" dt="2026-09-10T05:45:45.149" v="1" actId="478"/>
          <ac:spMkLst>
            <pc:docMk/>
            <pc:sldMk cId="0" sldId="290"/>
            <ac:spMk id="17410" creationId="{00000000-0000-0000-0000-000000000000}"/>
          </ac:spMkLst>
        </pc:spChg>
        <pc:picChg chg="add del mod">
          <ac:chgData name="AKSHAY SM" userId="0aed8c7a951543d2" providerId="LiveId" clId="{887869CE-9B2D-4ADF-9537-F291A7C01A1D}" dt="2026-09-10T05:50:39.027" v="13" actId="478"/>
          <ac:picMkLst>
            <pc:docMk/>
            <pc:sldMk cId="0" sldId="290"/>
            <ac:picMk id="3" creationId="{6823BAF9-6850-14EC-3B9F-211019D31C32}"/>
          </ac:picMkLst>
        </pc:picChg>
        <pc:picChg chg="add del mod">
          <ac:chgData name="AKSHAY SM" userId="0aed8c7a951543d2" providerId="LiveId" clId="{887869CE-9B2D-4ADF-9537-F291A7C01A1D}" dt="2026-09-10T09:54:57.487" v="127" actId="478"/>
          <ac:picMkLst>
            <pc:docMk/>
            <pc:sldMk cId="0" sldId="290"/>
            <ac:picMk id="5" creationId="{04A5F3BA-0F43-2B6A-AB82-589F57FE2060}"/>
          </ac:picMkLst>
        </pc:picChg>
        <pc:picChg chg="add mod">
          <ac:chgData name="AKSHAY SM" userId="0aed8c7a951543d2" providerId="LiveId" clId="{887869CE-9B2D-4ADF-9537-F291A7C01A1D}" dt="2026-09-10T09:56:31.420" v="141" actId="1076"/>
          <ac:picMkLst>
            <pc:docMk/>
            <pc:sldMk cId="0" sldId="290"/>
            <ac:picMk id="9" creationId="{5E464EA4-0122-BF15-D5F9-8BF78FFFBAD6}"/>
          </ac:picMkLst>
        </pc:picChg>
        <pc:picChg chg="mod">
          <ac:chgData name="AKSHAY SM" userId="0aed8c7a951543d2" providerId="LiveId" clId="{887869CE-9B2D-4ADF-9537-F291A7C01A1D}" dt="2026-09-10T09:56:21.495" v="140" actId="1076"/>
          <ac:picMkLst>
            <pc:docMk/>
            <pc:sldMk cId="0" sldId="290"/>
            <ac:picMk id="12" creationId="{00000000-0000-0000-0000-000000000000}"/>
          </ac:picMkLst>
        </pc:picChg>
      </pc:sldChg>
      <pc:sldChg chg="modSp mod">
        <pc:chgData name="AKSHAY SM" userId="0aed8c7a951543d2" providerId="LiveId" clId="{887869CE-9B2D-4ADF-9537-F291A7C01A1D}" dt="2026-09-10T10:20:59.092" v="147" actId="1076"/>
        <pc:sldMkLst>
          <pc:docMk/>
          <pc:sldMk cId="0" sldId="291"/>
        </pc:sldMkLst>
        <pc:spChg chg="mod">
          <ac:chgData name="AKSHAY SM" userId="0aed8c7a951543d2" providerId="LiveId" clId="{887869CE-9B2D-4ADF-9537-F291A7C01A1D}" dt="2026-09-10T10:20:59.092" v="147" actId="1076"/>
          <ac:spMkLst>
            <pc:docMk/>
            <pc:sldMk cId="0" sldId="291"/>
            <ac:spMk id="8" creationId="{00000000-0000-0000-0000-000000000000}"/>
          </ac:spMkLst>
        </pc:spChg>
        <pc:spChg chg="mod">
          <ac:chgData name="AKSHAY SM" userId="0aed8c7a951543d2" providerId="LiveId" clId="{887869CE-9B2D-4ADF-9537-F291A7C01A1D}" dt="2026-09-10T08:28:01.459" v="114" actId="1076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AKSHAY SM" userId="0aed8c7a951543d2" providerId="LiveId" clId="{887869CE-9B2D-4ADF-9537-F291A7C01A1D}" dt="2026-09-10T12:43:17.371" v="174" actId="1076"/>
        <pc:sldMkLst>
          <pc:docMk/>
          <pc:sldMk cId="3753387913" sldId="293"/>
        </pc:sldMkLst>
        <pc:spChg chg="mod">
          <ac:chgData name="AKSHAY SM" userId="0aed8c7a951543d2" providerId="LiveId" clId="{887869CE-9B2D-4ADF-9537-F291A7C01A1D}" dt="2026-09-10T10:19:32.153" v="145" actId="1076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AKSHAY SM" userId="0aed8c7a951543d2" providerId="LiveId" clId="{887869CE-9B2D-4ADF-9537-F291A7C01A1D}" dt="2026-09-10T12:43:17.371" v="174" actId="1076"/>
          <ac:spMkLst>
            <pc:docMk/>
            <pc:sldMk cId="3753387913" sldId="293"/>
            <ac:spMk id="17409" creationId="{00000000-0000-0000-0000-000000000000}"/>
          </ac:spMkLst>
        </pc:spChg>
        <pc:spChg chg="del mod">
          <ac:chgData name="AKSHAY SM" userId="0aed8c7a951543d2" providerId="LiveId" clId="{887869CE-9B2D-4ADF-9537-F291A7C01A1D}" dt="2026-09-10T06:06:49.953" v="38" actId="478"/>
          <ac:spMkLst>
            <pc:docMk/>
            <pc:sldMk cId="3753387913" sldId="293"/>
            <ac:spMk id="17410" creationId="{00000000-0000-0000-0000-000000000000}"/>
          </ac:spMkLst>
        </pc:spChg>
        <pc:picChg chg="add del mod">
          <ac:chgData name="AKSHAY SM" userId="0aed8c7a951543d2" providerId="LiveId" clId="{887869CE-9B2D-4ADF-9537-F291A7C01A1D}" dt="2026-09-10T06:07:21.817" v="42" actId="478"/>
          <ac:picMkLst>
            <pc:docMk/>
            <pc:sldMk cId="3753387913" sldId="293"/>
            <ac:picMk id="3" creationId="{3B924EEF-2E2D-C8FA-FF6A-70C99246FD75}"/>
          </ac:picMkLst>
        </pc:picChg>
        <pc:picChg chg="add mod">
          <ac:chgData name="AKSHAY SM" userId="0aed8c7a951543d2" providerId="LiveId" clId="{887869CE-9B2D-4ADF-9537-F291A7C01A1D}" dt="2026-09-10T07:12:12.865" v="52" actId="1076"/>
          <ac:picMkLst>
            <pc:docMk/>
            <pc:sldMk cId="3753387913" sldId="293"/>
            <ac:picMk id="5" creationId="{64692825-83C1-AEFD-F32D-62927E97F5B2}"/>
          </ac:picMkLst>
        </pc:picChg>
        <pc:picChg chg="mod">
          <ac:chgData name="AKSHAY SM" userId="0aed8c7a951543d2" providerId="LiveId" clId="{887869CE-9B2D-4ADF-9537-F291A7C01A1D}" dt="2026-09-10T10:19:14.192" v="144" actId="1076"/>
          <ac:picMkLst>
            <pc:docMk/>
            <pc:sldMk cId="3753387913" sldId="293"/>
            <ac:picMk id="11" creationId="{00000000-0000-0000-0000-000000000000}"/>
          </ac:picMkLst>
        </pc:picChg>
      </pc:sldChg>
      <pc:sldChg chg="addSp delSp modSp mod">
        <pc:chgData name="AKSHAY SM" userId="0aed8c7a951543d2" providerId="LiveId" clId="{887869CE-9B2D-4ADF-9537-F291A7C01A1D}" dt="2026-09-10T13:02:35.627" v="209" actId="1076"/>
        <pc:sldMkLst>
          <pc:docMk/>
          <pc:sldMk cId="2997144140" sldId="294"/>
        </pc:sldMkLst>
        <pc:spChg chg="mod">
          <ac:chgData name="AKSHAY SM" userId="0aed8c7a951543d2" providerId="LiveId" clId="{887869CE-9B2D-4ADF-9537-F291A7C01A1D}" dt="2026-09-10T13:00:29.665" v="200" actId="1076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AKSHAY SM" userId="0aed8c7a951543d2" providerId="LiveId" clId="{887869CE-9B2D-4ADF-9537-F291A7C01A1D}" dt="2026-09-10T12:49:53.679" v="189" actId="1076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AKSHAY SM" userId="0aed8c7a951543d2" providerId="LiveId" clId="{887869CE-9B2D-4ADF-9537-F291A7C01A1D}" dt="2026-09-10T07:26:26.656" v="68"/>
          <ac:spMkLst>
            <pc:docMk/>
            <pc:sldMk cId="2997144140" sldId="294"/>
            <ac:spMk id="17410" creationId="{00000000-0000-0000-0000-000000000000}"/>
          </ac:spMkLst>
        </pc:spChg>
        <pc:picChg chg="add del mod">
          <ac:chgData name="AKSHAY SM" userId="0aed8c7a951543d2" providerId="LiveId" clId="{887869CE-9B2D-4ADF-9537-F291A7C01A1D}" dt="2026-09-10T12:48:36.371" v="176" actId="478"/>
          <ac:picMkLst>
            <pc:docMk/>
            <pc:sldMk cId="2997144140" sldId="294"/>
            <ac:picMk id="3" creationId="{99AAC4DF-59DA-1F0D-31BA-57F94F7E858D}"/>
          </ac:picMkLst>
        </pc:picChg>
        <pc:picChg chg="add del mod">
          <ac:chgData name="AKSHAY SM" userId="0aed8c7a951543d2" providerId="LiveId" clId="{887869CE-9B2D-4ADF-9537-F291A7C01A1D}" dt="2026-09-10T12:59:24.260" v="190" actId="478"/>
          <ac:picMkLst>
            <pc:docMk/>
            <pc:sldMk cId="2997144140" sldId="294"/>
            <ac:picMk id="5" creationId="{E4489FD7-14BA-B959-C829-D5B022CA3D29}"/>
          </ac:picMkLst>
        </pc:picChg>
        <pc:picChg chg="add mod">
          <ac:chgData name="AKSHAY SM" userId="0aed8c7a951543d2" providerId="LiveId" clId="{887869CE-9B2D-4ADF-9537-F291A7C01A1D}" dt="2026-09-10T13:02:35.627" v="209" actId="1076"/>
          <ac:picMkLst>
            <pc:docMk/>
            <pc:sldMk cId="2997144140" sldId="294"/>
            <ac:picMk id="9" creationId="{98713F79-796A-E1E9-E3B0-21069673F724}"/>
          </ac:picMkLst>
        </pc:picChg>
        <pc:picChg chg="mod">
          <ac:chgData name="AKSHAY SM" userId="0aed8c7a951543d2" providerId="LiveId" clId="{887869CE-9B2D-4ADF-9537-F291A7C01A1D}" dt="2026-09-10T12:49:30.185" v="185" actId="14100"/>
          <ac:picMkLst>
            <pc:docMk/>
            <pc:sldMk cId="2997144140" sldId="294"/>
            <ac:picMk id="11" creationId="{00000000-0000-0000-0000-000000000000}"/>
          </ac:picMkLst>
        </pc:picChg>
      </pc:sldChg>
      <pc:sldChg chg="addSp delSp modSp mod">
        <pc:chgData name="AKSHAY SM" userId="0aed8c7a951543d2" providerId="LiveId" clId="{887869CE-9B2D-4ADF-9537-F291A7C01A1D}" dt="2026-09-10T13:13:05.576" v="223" actId="1076"/>
        <pc:sldMkLst>
          <pc:docMk/>
          <pc:sldMk cId="3916788613" sldId="296"/>
        </pc:sldMkLst>
        <pc:spChg chg="mod">
          <ac:chgData name="AKSHAY SM" userId="0aed8c7a951543d2" providerId="LiveId" clId="{887869CE-9B2D-4ADF-9537-F291A7C01A1D}" dt="2026-09-10T08:26:50.300" v="110" actId="1076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AKSHAY SM" userId="0aed8c7a951543d2" providerId="LiveId" clId="{887869CE-9B2D-4ADF-9537-F291A7C01A1D}" dt="2026-09-10T13:13:05.576" v="223" actId="1076"/>
          <ac:spMkLst>
            <pc:docMk/>
            <pc:sldMk cId="3916788613" sldId="296"/>
            <ac:spMk id="17409" creationId="{00000000-0000-0000-0000-000000000000}"/>
          </ac:spMkLst>
        </pc:spChg>
        <pc:spChg chg="del mod">
          <ac:chgData name="AKSHAY SM" userId="0aed8c7a951543d2" providerId="LiveId" clId="{887869CE-9B2D-4ADF-9537-F291A7C01A1D}" dt="2026-09-10T08:23:51.361" v="89" actId="478"/>
          <ac:spMkLst>
            <pc:docMk/>
            <pc:sldMk cId="3916788613" sldId="296"/>
            <ac:spMk id="17410" creationId="{00000000-0000-0000-0000-000000000000}"/>
          </ac:spMkLst>
        </pc:spChg>
        <pc:picChg chg="add mod">
          <ac:chgData name="AKSHAY SM" userId="0aed8c7a951543d2" providerId="LiveId" clId="{887869CE-9B2D-4ADF-9537-F291A7C01A1D}" dt="2026-09-10T13:02:07.781" v="207" actId="14100"/>
          <ac:picMkLst>
            <pc:docMk/>
            <pc:sldMk cId="3916788613" sldId="296"/>
            <ac:picMk id="3" creationId="{4783198C-1D57-2D4D-CBE2-69C26F06AB43}"/>
          </ac:picMkLst>
        </pc:picChg>
        <pc:picChg chg="mod">
          <ac:chgData name="AKSHAY SM" userId="0aed8c7a951543d2" providerId="LiveId" clId="{887869CE-9B2D-4ADF-9537-F291A7C01A1D}" dt="2026-09-10T08:25:37.106" v="105" actId="1076"/>
          <ac:picMkLst>
            <pc:docMk/>
            <pc:sldMk cId="3916788613" sldId="296"/>
            <ac:picMk id="12" creationId="{00000000-0000-0000-0000-000000000000}"/>
          </ac:picMkLst>
        </pc:picChg>
      </pc:sldChg>
      <pc:sldChg chg="del">
        <pc:chgData name="AKSHAY SM" userId="0aed8c7a951543d2" providerId="LiveId" clId="{887869CE-9B2D-4ADF-9537-F291A7C01A1D}" dt="2026-09-10T08:31:50.837" v="126" actId="47"/>
        <pc:sldMkLst>
          <pc:docMk/>
          <pc:sldMk cId="158808441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2229" y="-57755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976017"/>
            <a:ext cx="5924550" cy="525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5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26176</a:t>
            </a:r>
          </a:p>
          <a:p>
            <a:pPr algn="just">
              <a:lnSpc>
                <a:spcPct val="100000"/>
              </a:lnSpc>
            </a:pPr>
            <a:endParaRPr lang="en-US" sz="25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ORCA Marine </a:t>
            </a:r>
            <a:r>
              <a:rPr lang="en-IN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 Reasoning with Collaborative Agents</a:t>
            </a:r>
          </a:p>
          <a:p>
            <a:pPr algn="just">
              <a:lnSpc>
                <a:spcPct val="100000"/>
              </a:lnSpc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Team Name-ALT F4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115031"/>
            <a:ext cx="10972800" cy="1143000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ORCA MARINE ECOSYSTEM REASONING 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COLLABORATIVE AGENTS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3498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+mj-lt"/>
                <a:cs typeface="Arial" panose="020B0604020202020204" pitchFamily="34" charset="0"/>
              </a:rPr>
              <a:t>ALT F4</a:t>
            </a:r>
            <a:endParaRPr lang="en-IN" sz="2000" b="1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image.png"/>
          <p:cNvPicPr>
            <a:picLocks noChangeAspect="1"/>
          </p:cNvPicPr>
          <p:nvPr/>
        </p:nvPicPr>
        <p:blipFill>
          <a:blip r:embed="rId4"/>
          <a:srcRect r="50000" b="87000"/>
          <a:stretch>
            <a:fillRect/>
          </a:stretch>
        </p:blipFill>
        <p:spPr>
          <a:xfrm>
            <a:off x="-25401" y="911437"/>
            <a:ext cx="6121400" cy="720970"/>
          </a:xfrm>
          <a:prstGeom prst="rect">
            <a:avLst/>
          </a:prstGeom>
        </p:spPr>
      </p:pic>
      <p:pic>
        <p:nvPicPr>
          <p:cNvPr id="15363" name="Picture 15362" descr="image.png"/>
          <p:cNvPicPr>
            <a:picLocks noChangeAspect="1"/>
          </p:cNvPicPr>
          <p:nvPr/>
        </p:nvPicPr>
        <p:blipFill>
          <a:blip r:embed="rId4"/>
          <a:srcRect l="50000" b="87000"/>
          <a:stretch>
            <a:fillRect/>
          </a:stretch>
        </p:blipFill>
        <p:spPr>
          <a:xfrm>
            <a:off x="6095999" y="911437"/>
            <a:ext cx="6121400" cy="720970"/>
          </a:xfrm>
          <a:prstGeom prst="rect">
            <a:avLst/>
          </a:prstGeom>
        </p:spPr>
      </p:pic>
      <p:pic>
        <p:nvPicPr>
          <p:cNvPr id="15364" name="Picture 15363" descr="image.png"/>
          <p:cNvPicPr>
            <a:picLocks noChangeAspect="1"/>
          </p:cNvPicPr>
          <p:nvPr/>
        </p:nvPicPr>
        <p:blipFill>
          <a:blip r:embed="rId4"/>
          <a:srcRect t="13000" r="50000" b="45000"/>
          <a:stretch>
            <a:fillRect/>
          </a:stretch>
        </p:blipFill>
        <p:spPr>
          <a:xfrm>
            <a:off x="-25401" y="1632407"/>
            <a:ext cx="6121400" cy="2329290"/>
          </a:xfrm>
          <a:prstGeom prst="rect">
            <a:avLst/>
          </a:prstGeom>
        </p:spPr>
      </p:pic>
      <p:pic>
        <p:nvPicPr>
          <p:cNvPr id="15365" name="Picture 15364" descr="image.png"/>
          <p:cNvPicPr>
            <a:picLocks noChangeAspect="1"/>
          </p:cNvPicPr>
          <p:nvPr/>
        </p:nvPicPr>
        <p:blipFill>
          <a:blip r:embed="rId4"/>
          <a:srcRect l="50000" t="13000" b="45000"/>
          <a:stretch>
            <a:fillRect/>
          </a:stretch>
        </p:blipFill>
        <p:spPr>
          <a:xfrm>
            <a:off x="6095999" y="1632407"/>
            <a:ext cx="6121400" cy="2329290"/>
          </a:xfrm>
          <a:prstGeom prst="rect">
            <a:avLst/>
          </a:prstGeom>
        </p:spPr>
      </p:pic>
      <p:pic>
        <p:nvPicPr>
          <p:cNvPr id="15366" name="Picture 15365" descr="image.png"/>
          <p:cNvPicPr>
            <a:picLocks noChangeAspect="1"/>
          </p:cNvPicPr>
          <p:nvPr/>
        </p:nvPicPr>
        <p:blipFill>
          <a:blip r:embed="rId4"/>
          <a:srcRect t="55000" r="50000" b="14000"/>
          <a:stretch>
            <a:fillRect/>
          </a:stretch>
        </p:blipFill>
        <p:spPr>
          <a:xfrm>
            <a:off x="-25401" y="3961697"/>
            <a:ext cx="6121400" cy="1719237"/>
          </a:xfrm>
          <a:prstGeom prst="rect">
            <a:avLst/>
          </a:prstGeom>
        </p:spPr>
      </p:pic>
      <p:pic>
        <p:nvPicPr>
          <p:cNvPr id="15367" name="Picture 15366" descr="image.png"/>
          <p:cNvPicPr>
            <a:picLocks noChangeAspect="1"/>
          </p:cNvPicPr>
          <p:nvPr/>
        </p:nvPicPr>
        <p:blipFill>
          <a:blip r:embed="rId4"/>
          <a:srcRect l="50000" t="55000" b="14000"/>
          <a:stretch>
            <a:fillRect/>
          </a:stretch>
        </p:blipFill>
        <p:spPr>
          <a:xfrm>
            <a:off x="6095999" y="3961697"/>
            <a:ext cx="6121400" cy="1719237"/>
          </a:xfrm>
          <a:prstGeom prst="rect">
            <a:avLst/>
          </a:prstGeom>
        </p:spPr>
      </p:pic>
      <p:pic>
        <p:nvPicPr>
          <p:cNvPr id="15368" name="Picture 15367" descr="image.png"/>
          <p:cNvPicPr>
            <a:picLocks noChangeAspect="1"/>
          </p:cNvPicPr>
          <p:nvPr/>
        </p:nvPicPr>
        <p:blipFill>
          <a:blip r:embed="rId4"/>
          <a:srcRect t="86000"/>
          <a:stretch>
            <a:fillRect/>
          </a:stretch>
        </p:blipFill>
        <p:spPr>
          <a:xfrm>
            <a:off x="-25401" y="5680935"/>
            <a:ext cx="12242800" cy="776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67657" y="-13978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3130"/>
            <a:ext cx="1251857" cy="7163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cs typeface="Arial" panose="020B0604020202020204" pitchFamily="34" charset="0"/>
              </a:rPr>
              <a:t>ALT F4</a:t>
            </a:r>
            <a:endParaRPr lang="en-IN" sz="2000" b="1" dirty="0"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692" y="13903"/>
            <a:ext cx="2104708" cy="835616"/>
          </a:xfrm>
          <a:prstGeom prst="rect">
            <a:avLst/>
          </a:prstGeom>
        </p:spPr>
      </p:pic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rcRect r="79000"/>
          <a:stretch>
            <a:fillRect/>
          </a:stretch>
        </p:blipFill>
        <p:spPr>
          <a:xfrm>
            <a:off x="-226774" y="780576"/>
            <a:ext cx="2629278" cy="5663191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rcRect l="21000" r="23000" b="84000"/>
          <a:stretch>
            <a:fillRect/>
          </a:stretch>
        </p:blipFill>
        <p:spPr>
          <a:xfrm>
            <a:off x="2402504" y="780576"/>
            <a:ext cx="7011408" cy="906110"/>
          </a:xfrm>
          <a:prstGeom prst="rect">
            <a:avLst/>
          </a:prstGeom>
        </p:spPr>
      </p:pic>
      <p:pic>
        <p:nvPicPr>
          <p:cNvPr id="17412" name="Picture 17411" descr="image.png"/>
          <p:cNvPicPr>
            <a:picLocks noChangeAspect="1"/>
          </p:cNvPicPr>
          <p:nvPr/>
        </p:nvPicPr>
        <p:blipFill>
          <a:blip r:embed="rId4"/>
          <a:srcRect l="21000" t="16000" r="23000" b="65000"/>
          <a:stretch>
            <a:fillRect/>
          </a:stretch>
        </p:blipFill>
        <p:spPr>
          <a:xfrm>
            <a:off x="2402504" y="1686686"/>
            <a:ext cx="7011408" cy="1076006"/>
          </a:xfrm>
          <a:prstGeom prst="rect">
            <a:avLst/>
          </a:prstGeom>
        </p:spPr>
      </p:pic>
      <p:pic>
        <p:nvPicPr>
          <p:cNvPr id="17413" name="Picture 17412" descr="image.png"/>
          <p:cNvPicPr>
            <a:picLocks noChangeAspect="1"/>
          </p:cNvPicPr>
          <p:nvPr/>
        </p:nvPicPr>
        <p:blipFill>
          <a:blip r:embed="rId4"/>
          <a:srcRect l="21000" t="35000" r="23000" b="28000"/>
          <a:stretch>
            <a:fillRect/>
          </a:stretch>
        </p:blipFill>
        <p:spPr>
          <a:xfrm>
            <a:off x="2402504" y="2762692"/>
            <a:ext cx="7011408" cy="2095380"/>
          </a:xfrm>
          <a:prstGeom prst="rect">
            <a:avLst/>
          </a:prstGeom>
        </p:spPr>
      </p:pic>
      <p:pic>
        <p:nvPicPr>
          <p:cNvPr id="17414" name="Picture 17413" descr="image.png"/>
          <p:cNvPicPr>
            <a:picLocks noChangeAspect="1"/>
          </p:cNvPicPr>
          <p:nvPr/>
        </p:nvPicPr>
        <p:blipFill>
          <a:blip r:embed="rId4"/>
          <a:srcRect l="21000" t="72000" r="23000" b="11000"/>
          <a:stretch>
            <a:fillRect/>
          </a:stretch>
        </p:blipFill>
        <p:spPr>
          <a:xfrm>
            <a:off x="2402504" y="4858073"/>
            <a:ext cx="7011408" cy="962742"/>
          </a:xfrm>
          <a:prstGeom prst="rect">
            <a:avLst/>
          </a:prstGeom>
        </p:spPr>
      </p:pic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4"/>
          <a:srcRect l="21000" t="89000" r="23000"/>
          <a:stretch>
            <a:fillRect/>
          </a:stretch>
        </p:blipFill>
        <p:spPr>
          <a:xfrm>
            <a:off x="2402504" y="5820815"/>
            <a:ext cx="7011408" cy="622951"/>
          </a:xfrm>
          <a:prstGeom prst="rect">
            <a:avLst/>
          </a:prstGeom>
        </p:spPr>
      </p:pic>
      <p:pic>
        <p:nvPicPr>
          <p:cNvPr id="17416" name="Picture 17415" descr="image.png"/>
          <p:cNvPicPr>
            <a:picLocks noChangeAspect="1"/>
          </p:cNvPicPr>
          <p:nvPr/>
        </p:nvPicPr>
        <p:blipFill>
          <a:blip r:embed="rId4"/>
          <a:srcRect l="77000"/>
          <a:stretch>
            <a:fillRect/>
          </a:stretch>
        </p:blipFill>
        <p:spPr>
          <a:xfrm>
            <a:off x="9413913" y="780576"/>
            <a:ext cx="2879685" cy="5663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15257" y="-8210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1254"/>
            <a:ext cx="1251857" cy="69843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cs typeface="Arial" panose="020B0604020202020204" pitchFamily="34" charset="0"/>
              </a:rPr>
              <a:t>ALT F4</a:t>
            </a:r>
            <a:endParaRPr lang="en-IN" sz="2000" b="1" dirty="0"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30281"/>
            <a:ext cx="2249850" cy="880387"/>
          </a:xfrm>
          <a:prstGeom prst="rect">
            <a:avLst/>
          </a:prstGeom>
        </p:spPr>
      </p:pic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rcRect r="67000" b="12000"/>
          <a:stretch>
            <a:fillRect/>
          </a:stretch>
        </p:blipFill>
        <p:spPr>
          <a:xfrm>
            <a:off x="75811" y="804170"/>
            <a:ext cx="3944861" cy="4930225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rcRect l="33000" r="33000" b="12000"/>
          <a:stretch>
            <a:fillRect/>
          </a:stretch>
        </p:blipFill>
        <p:spPr>
          <a:xfrm>
            <a:off x="4020672" y="804170"/>
            <a:ext cx="4064402" cy="4930225"/>
          </a:xfrm>
          <a:prstGeom prst="rect">
            <a:avLst/>
          </a:prstGeom>
        </p:spPr>
      </p:pic>
      <p:pic>
        <p:nvPicPr>
          <p:cNvPr id="17412" name="Picture 17411" descr="image.png"/>
          <p:cNvPicPr>
            <a:picLocks noChangeAspect="1"/>
          </p:cNvPicPr>
          <p:nvPr/>
        </p:nvPicPr>
        <p:blipFill>
          <a:blip r:embed="rId4"/>
          <a:srcRect l="67000" b="12000"/>
          <a:stretch>
            <a:fillRect/>
          </a:stretch>
        </p:blipFill>
        <p:spPr>
          <a:xfrm>
            <a:off x="8085074" y="804170"/>
            <a:ext cx="3944861" cy="4930225"/>
          </a:xfrm>
          <a:prstGeom prst="rect">
            <a:avLst/>
          </a:prstGeom>
        </p:spPr>
      </p:pic>
      <p:pic>
        <p:nvPicPr>
          <p:cNvPr id="17413" name="Picture 17412" descr="image.png"/>
          <p:cNvPicPr>
            <a:picLocks noChangeAspect="1"/>
          </p:cNvPicPr>
          <p:nvPr/>
        </p:nvPicPr>
        <p:blipFill>
          <a:blip r:embed="rId4"/>
          <a:srcRect t="88000"/>
          <a:stretch>
            <a:fillRect/>
          </a:stretch>
        </p:blipFill>
        <p:spPr>
          <a:xfrm>
            <a:off x="75811" y="5734395"/>
            <a:ext cx="11954125" cy="6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2516" y="-12103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78225"/>
            <a:ext cx="1251857" cy="69847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cs typeface="Arial" panose="020B0604020202020204" pitchFamily="34" charset="0"/>
              </a:rPr>
              <a:t>ALT F4</a:t>
            </a:r>
            <a:endParaRPr lang="en-IN" sz="2000" b="1" dirty="0"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934671"/>
          </a:xfrm>
          <a:prstGeom prst="rect">
            <a:avLst/>
          </a:prstGeom>
        </p:spPr>
      </p:pic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rcRect r="50000" b="81000"/>
          <a:stretch>
            <a:fillRect/>
          </a:stretch>
        </p:blipFill>
        <p:spPr>
          <a:xfrm>
            <a:off x="113687" y="776703"/>
            <a:ext cx="5982311" cy="1060133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rcRect t="19000" r="50000" b="64000"/>
          <a:stretch>
            <a:fillRect/>
          </a:stretch>
        </p:blipFill>
        <p:spPr>
          <a:xfrm>
            <a:off x="113687" y="1836836"/>
            <a:ext cx="5982311" cy="948540"/>
          </a:xfrm>
          <a:prstGeom prst="rect">
            <a:avLst/>
          </a:prstGeom>
        </p:spPr>
      </p:pic>
      <p:pic>
        <p:nvPicPr>
          <p:cNvPr id="17412" name="Picture 17411" descr="image.png"/>
          <p:cNvPicPr>
            <a:picLocks noChangeAspect="1"/>
          </p:cNvPicPr>
          <p:nvPr/>
        </p:nvPicPr>
        <p:blipFill>
          <a:blip r:embed="rId4"/>
          <a:srcRect t="36000" r="50000" b="47000"/>
          <a:stretch>
            <a:fillRect/>
          </a:stretch>
        </p:blipFill>
        <p:spPr>
          <a:xfrm>
            <a:off x="113687" y="2785377"/>
            <a:ext cx="5982311" cy="948540"/>
          </a:xfrm>
          <a:prstGeom prst="rect">
            <a:avLst/>
          </a:prstGeom>
        </p:spPr>
      </p:pic>
      <p:pic>
        <p:nvPicPr>
          <p:cNvPr id="17413" name="Picture 17412" descr="image.png"/>
          <p:cNvPicPr>
            <a:picLocks noChangeAspect="1"/>
          </p:cNvPicPr>
          <p:nvPr/>
        </p:nvPicPr>
        <p:blipFill>
          <a:blip r:embed="rId4"/>
          <a:srcRect t="53000" r="50000" b="30000"/>
          <a:stretch>
            <a:fillRect/>
          </a:stretch>
        </p:blipFill>
        <p:spPr>
          <a:xfrm>
            <a:off x="113687" y="3733917"/>
            <a:ext cx="5982311" cy="948540"/>
          </a:xfrm>
          <a:prstGeom prst="rect">
            <a:avLst/>
          </a:prstGeom>
        </p:spPr>
      </p:pic>
      <p:pic>
        <p:nvPicPr>
          <p:cNvPr id="17414" name="Picture 17413" descr="image.png"/>
          <p:cNvPicPr>
            <a:picLocks noChangeAspect="1"/>
          </p:cNvPicPr>
          <p:nvPr/>
        </p:nvPicPr>
        <p:blipFill>
          <a:blip r:embed="rId4"/>
          <a:srcRect t="70000" r="50000"/>
          <a:stretch>
            <a:fillRect/>
          </a:stretch>
        </p:blipFill>
        <p:spPr>
          <a:xfrm>
            <a:off x="113687" y="4682457"/>
            <a:ext cx="5982311" cy="1673895"/>
          </a:xfrm>
          <a:prstGeom prst="rect">
            <a:avLst/>
          </a:prstGeom>
        </p:spPr>
      </p:pic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4"/>
          <a:srcRect l="50000" b="81000"/>
          <a:stretch>
            <a:fillRect/>
          </a:stretch>
        </p:blipFill>
        <p:spPr>
          <a:xfrm>
            <a:off x="6095998" y="776703"/>
            <a:ext cx="5982311" cy="1060133"/>
          </a:xfrm>
          <a:prstGeom prst="rect">
            <a:avLst/>
          </a:prstGeom>
        </p:spPr>
      </p:pic>
      <p:pic>
        <p:nvPicPr>
          <p:cNvPr id="17416" name="Picture 17415" descr="image.png"/>
          <p:cNvPicPr>
            <a:picLocks noChangeAspect="1"/>
          </p:cNvPicPr>
          <p:nvPr/>
        </p:nvPicPr>
        <p:blipFill>
          <a:blip r:embed="rId4"/>
          <a:srcRect l="50000" t="19000" b="64000"/>
          <a:stretch>
            <a:fillRect/>
          </a:stretch>
        </p:blipFill>
        <p:spPr>
          <a:xfrm>
            <a:off x="6095998" y="1836836"/>
            <a:ext cx="5982311" cy="948540"/>
          </a:xfrm>
          <a:prstGeom prst="rect">
            <a:avLst/>
          </a:prstGeom>
        </p:spPr>
      </p:pic>
      <p:pic>
        <p:nvPicPr>
          <p:cNvPr id="17417" name="Picture 17416" descr="image.png"/>
          <p:cNvPicPr>
            <a:picLocks noChangeAspect="1"/>
          </p:cNvPicPr>
          <p:nvPr/>
        </p:nvPicPr>
        <p:blipFill>
          <a:blip r:embed="rId4"/>
          <a:srcRect l="50000" t="36000" b="47000"/>
          <a:stretch>
            <a:fillRect/>
          </a:stretch>
        </p:blipFill>
        <p:spPr>
          <a:xfrm>
            <a:off x="6095998" y="2785377"/>
            <a:ext cx="5982311" cy="948540"/>
          </a:xfrm>
          <a:prstGeom prst="rect">
            <a:avLst/>
          </a:prstGeom>
        </p:spPr>
      </p:pic>
      <p:pic>
        <p:nvPicPr>
          <p:cNvPr id="17418" name="Picture 17417" descr="image.png"/>
          <p:cNvPicPr>
            <a:picLocks noChangeAspect="1"/>
          </p:cNvPicPr>
          <p:nvPr/>
        </p:nvPicPr>
        <p:blipFill>
          <a:blip r:embed="rId4"/>
          <a:srcRect l="50000" t="53000" b="30000"/>
          <a:stretch>
            <a:fillRect/>
          </a:stretch>
        </p:blipFill>
        <p:spPr>
          <a:xfrm>
            <a:off x="6095998" y="3733917"/>
            <a:ext cx="5982311" cy="948540"/>
          </a:xfrm>
          <a:prstGeom prst="rect">
            <a:avLst/>
          </a:prstGeom>
        </p:spPr>
      </p:pic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4"/>
          <a:srcRect l="50000" t="70000"/>
          <a:stretch>
            <a:fillRect/>
          </a:stretch>
        </p:blipFill>
        <p:spPr>
          <a:xfrm>
            <a:off x="6095998" y="4682457"/>
            <a:ext cx="5982311" cy="167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15256" y="-7691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3370" y="185279"/>
            <a:ext cx="1251857" cy="6186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cs typeface="Arial" panose="020B0604020202020204" pitchFamily="34" charset="0"/>
              </a:rPr>
              <a:t>ALT F4</a:t>
            </a:r>
            <a:endParaRPr lang="en-IN" sz="2000" b="1" dirty="0"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626" y="1500"/>
            <a:ext cx="2088544" cy="986171"/>
          </a:xfrm>
          <a:prstGeom prst="rect">
            <a:avLst/>
          </a:prstGeom>
        </p:spPr>
      </p:pic>
      <p:pic>
        <p:nvPicPr>
          <p:cNvPr id="17410" name="Picture 17409" descr="image.png"/>
          <p:cNvPicPr>
            <a:picLocks noChangeAspect="1"/>
          </p:cNvPicPr>
          <p:nvPr/>
        </p:nvPicPr>
        <p:blipFill>
          <a:blip r:embed="rId4"/>
          <a:srcRect r="50000" b="45000"/>
          <a:stretch>
            <a:fillRect/>
          </a:stretch>
        </p:blipFill>
        <p:spPr>
          <a:xfrm>
            <a:off x="0" y="765878"/>
            <a:ext cx="6095999" cy="3174965"/>
          </a:xfrm>
          <a:prstGeom prst="rect">
            <a:avLst/>
          </a:prstGeom>
        </p:spPr>
      </p:pic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rcRect l="50000" b="45000"/>
          <a:stretch>
            <a:fillRect/>
          </a:stretch>
        </p:blipFill>
        <p:spPr>
          <a:xfrm>
            <a:off x="6095999" y="765878"/>
            <a:ext cx="6095999" cy="3174965"/>
          </a:xfrm>
          <a:prstGeom prst="rect">
            <a:avLst/>
          </a:prstGeom>
        </p:spPr>
      </p:pic>
      <p:pic>
        <p:nvPicPr>
          <p:cNvPr id="17412" name="Picture 17411" descr="image.png"/>
          <p:cNvPicPr>
            <a:picLocks noChangeAspect="1"/>
          </p:cNvPicPr>
          <p:nvPr/>
        </p:nvPicPr>
        <p:blipFill>
          <a:blip r:embed="rId4"/>
          <a:srcRect t="55000" r="50000"/>
          <a:stretch>
            <a:fillRect/>
          </a:stretch>
        </p:blipFill>
        <p:spPr>
          <a:xfrm>
            <a:off x="0" y="3940843"/>
            <a:ext cx="6095999" cy="2597699"/>
          </a:xfrm>
          <a:prstGeom prst="rect">
            <a:avLst/>
          </a:prstGeom>
        </p:spPr>
      </p:pic>
      <p:pic>
        <p:nvPicPr>
          <p:cNvPr id="17413" name="Picture 17412" descr="image.png"/>
          <p:cNvPicPr>
            <a:picLocks noChangeAspect="1"/>
          </p:cNvPicPr>
          <p:nvPr/>
        </p:nvPicPr>
        <p:blipFill>
          <a:blip r:embed="rId4"/>
          <a:srcRect l="50000" t="55000"/>
          <a:stretch>
            <a:fillRect/>
          </a:stretch>
        </p:blipFill>
        <p:spPr>
          <a:xfrm>
            <a:off x="6095999" y="3940843"/>
            <a:ext cx="6095999" cy="259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7988</TotalTime>
  <Words>95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ORCA MARINE ECOSYSTEM REASONING  WITH COLLABORATIVE AGENTS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AKSHAY SM</cp:lastModifiedBy>
  <cp:revision>149</cp:revision>
  <dcterms:created xsi:type="dcterms:W3CDTF">2013-12-12T18:46:50Z</dcterms:created>
  <dcterms:modified xsi:type="dcterms:W3CDTF">2026-09-10T13:36:25Z</dcterms:modified>
  <cp:category/>
</cp:coreProperties>
</file>